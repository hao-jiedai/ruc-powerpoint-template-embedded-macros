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2.xml" ContentType="application/vnd.openxmlformats-officedocument.presentationml.notesSlide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4.xml" ContentType="application/vnd.openxmlformats-officedocument.presentationml.notesSlide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70" r:id="rId9"/>
    <p:sldId id="263" r:id="rId10"/>
    <p:sldId id="264" r:id="rId11"/>
    <p:sldId id="265" r:id="rId12"/>
    <p:sldId id="271" r:id="rId13"/>
    <p:sldId id="266" r:id="rId14"/>
    <p:sldId id="272" r:id="rId15"/>
    <p:sldId id="267" r:id="rId16"/>
    <p:sldId id="268" r:id="rId17"/>
  </p:sldIdLst>
  <p:sldSz cx="9753600" cy="7315200"/>
  <p:notesSz cx="6858000" cy="9144000"/>
  <p:custDataLst>
    <p:tags r:id="rId19"/>
  </p:custDataLst>
  <p:defaultTextStyle>
    <a:defPPr marL="0" marR="0" indent="0">
      <a:lnSpc>
        <a:spcPct val="150000"/>
      </a:lnSpc>
      <a:spcBef>
        <a:spcPts val="0"/>
      </a:spcBef>
      <a:spcAft>
        <a:spcPts val="0"/>
      </a:spcAft>
      <a:defRPr lang="zh-CN">
        <a:latin typeface="Times New Roman"/>
        <a:ea typeface="KaiTi"/>
        <a:cs typeface="Times New Roman"/>
      </a:defRPr>
    </a:defPPr>
    <a:lvl1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1pPr>
    <a:lvl2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2pPr>
    <a:lvl3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3pPr>
    <a:lvl4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4pPr>
    <a:lvl5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5pPr>
    <a:lvl6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6pPr>
    <a:lvl7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7pPr>
    <a:lvl8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8pPr>
    <a:lvl9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9pPr>
  </p:defaultTextStyle>
  <p:extLst>
    <p:ext uri="{521415D9-36F7-43E2-AB2F-B90AF26B5E84}">
      <p14:sectionLst xmlns:p14="http://schemas.microsoft.com/office/powerpoint/2010/main">
        <p14:section name="封面与目录" id="{F2D09CD4-A5CF-4F71-BA80-0176515DF185}">
          <p14:sldIdLst>
            <p14:sldId id="256"/>
            <p14:sldId id="257"/>
          </p14:sldIdLst>
        </p14:section>
        <p14:section name="研究背景" id="{2FE2B601-DE4E-476F-B318-4EF9426A4304}">
          <p14:sldIdLst>
            <p14:sldId id="258"/>
            <p14:sldId id="259"/>
          </p14:sldIdLst>
        </p14:section>
        <p14:section name="研究现状" id="{A57CF4B5-6306-4F9A-B98C-E88455E7C821}">
          <p14:sldIdLst>
            <p14:sldId id="269"/>
            <p14:sldId id="260"/>
            <p14:sldId id="261"/>
          </p14:sldIdLst>
        </p14:section>
        <p14:section name="研究内容" id="{32609092-C6A9-4419-831E-CB4D613EF098}">
          <p14:sldIdLst>
            <p14:sldId id="270"/>
            <p14:sldId id="263"/>
            <p14:sldId id="264"/>
            <p14:sldId id="265"/>
          </p14:sldIdLst>
        </p14:section>
        <p14:section name="计划进度" id="{9BD86173-048A-4482-9536-05B93B359D57}">
          <p14:sldIdLst>
            <p14:sldId id="271"/>
            <p14:sldId id="266"/>
          </p14:sldIdLst>
        </p14:section>
        <p14:section name="参考文献" id="{6658993C-24E7-4D22-B1E0-CA20B1082F48}">
          <p14:sldIdLst>
            <p14:sldId id="272"/>
            <p14:sldId id="267"/>
          </p14:sldIdLst>
        </p14:section>
        <p14:section name="结束页" id="{A59B7A8B-186C-4F7A-90A7-C00BAC460D8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04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200" kern="1200">
        <a:latin typeface="Times New Roman"/>
        <a:ea typeface="KaiTi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45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0998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772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C_COVER_TITLE_BAND">
            <a:extLst>
              <a:ext uri="{FF2B5EF4-FFF2-40B4-BE49-F238E27FC236}">
                <a16:creationId xmlns:a16="http://schemas.microsoft.com/office/drawing/2014/main" id="{05B4A612-7656-4561-969B-17BF043525D6}"/>
              </a:ext>
            </a:extLst>
          </p:cNvPr>
          <p:cNvSpPr>
            <a:spLocks noGrp="1"/>
          </p:cNvSpPr>
          <p:nvPr/>
        </p:nvSpPr>
        <p:spPr>
          <a:xfrm>
            <a:off x="762000" y="1158240"/>
            <a:ext cx="8229600" cy="119888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META_TITLE">
            <a:extLst>
              <a:ext uri="{FF2B5EF4-FFF2-40B4-BE49-F238E27FC236}">
                <a16:creationId xmlns:a16="http://schemas.microsoft.com/office/drawing/2014/main" id="{732180BA-2066-4862-A0FB-0BC6C18D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18425"/>
            <a:ext cx="7924800" cy="6116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META_SUBTITLE">
            <a:extLst>
              <a:ext uri="{FF2B5EF4-FFF2-40B4-BE49-F238E27FC236}">
                <a16:creationId xmlns:a16="http://schemas.microsoft.com/office/drawing/2014/main" id="{DD749702-C872-4464-94B5-4042029AB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688909"/>
            <a:ext cx="7924800" cy="4919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META_AUTHOR">
            <a:extLst>
              <a:ext uri="{FF2B5EF4-FFF2-40B4-BE49-F238E27FC236}">
                <a16:creationId xmlns:a16="http://schemas.microsoft.com/office/drawing/2014/main" id="{CBCA342E-EE19-4FD5-AF08-4FA57432EE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28800" y="2683447"/>
            <a:ext cx="6096000" cy="4719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RUC_META_INSTITUTE">
            <a:extLst>
              <a:ext uri="{FF2B5EF4-FFF2-40B4-BE49-F238E27FC236}">
                <a16:creationId xmlns:a16="http://schemas.microsoft.com/office/drawing/2014/main" id="{A53D020E-A7C6-485A-A373-C808A12D795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24000" y="3420808"/>
            <a:ext cx="67056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RUC_META_DATE">
            <a:extLst>
              <a:ext uri="{FF2B5EF4-FFF2-40B4-BE49-F238E27FC236}">
                <a16:creationId xmlns:a16="http://schemas.microsoft.com/office/drawing/2014/main" id="{9C57F2A6-331E-4DC7-A35E-A0712EE6129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930400" y="4101528"/>
            <a:ext cx="58928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FAEE5D-F2C9-4DE3-B28F-33BF6BFB9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200400" y="5365581"/>
            <a:ext cx="3352800" cy="8512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2 目录与章节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OC_TITLE">
            <a:extLst>
              <a:ext uri="{FF2B5EF4-FFF2-40B4-BE49-F238E27FC236}">
                <a16:creationId xmlns:a16="http://schemas.microsoft.com/office/drawing/2014/main" id="{F904FB63-47B8-4AEB-9195-6C09D3D9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270000"/>
            <a:ext cx="7721600" cy="46736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TOC_CONTENT">
            <a:extLst>
              <a:ext uri="{FF2B5EF4-FFF2-40B4-BE49-F238E27FC236}">
                <a16:creationId xmlns:a16="http://schemas.microsoft.com/office/drawing/2014/main" id="{F567613F-7623-490F-BC73-D863888D3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480" y="2286000"/>
            <a:ext cx="7315200" cy="375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3 标题与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C_TITLE_BACKGROUND">
            <a:extLst>
              <a:ext uri="{FF2B5EF4-FFF2-40B4-BE49-F238E27FC236}">
                <a16:creationId xmlns:a16="http://schemas.microsoft.com/office/drawing/2014/main" id="{C4DB5D8F-FD41-4A14-A0C9-4ECF5BB3A4AD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54A6ED50-8159-4897-A7FC-DE26BBC9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BODY">
            <a:extLst>
              <a:ext uri="{FF2B5EF4-FFF2-40B4-BE49-F238E27FC236}">
                <a16:creationId xmlns:a16="http://schemas.microsoft.com/office/drawing/2014/main" id="{E26577A0-6DD1-4ABE-8214-4906D9255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4 双栏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4B5CB2BB-B5BE-4CA5-B69F-02881EE7F2CB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C0382ED6-D8D4-4678-B37B-E59340C8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LEFT">
            <a:extLst>
              <a:ext uri="{FF2B5EF4-FFF2-40B4-BE49-F238E27FC236}">
                <a16:creationId xmlns:a16="http://schemas.microsoft.com/office/drawing/2014/main" id="{416655A9-B7BE-4360-8B01-C87E3E2E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RIGHT">
            <a:extLst>
              <a:ext uri="{FF2B5EF4-FFF2-40B4-BE49-F238E27FC236}">
                <a16:creationId xmlns:a16="http://schemas.microsoft.com/office/drawing/2014/main" id="{28501B69-5C7E-4CF8-824D-7506DC8043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0032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5 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44CD0198-2BCC-4313-A528-E87C262B5738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1A277787-4DF3-455A-B0F2-B0D5BF78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FIGURE">
            <a:extLst>
              <a:ext uri="{FF2B5EF4-FFF2-40B4-BE49-F238E27FC236}">
                <a16:creationId xmlns:a16="http://schemas.microsoft.com/office/drawing/2014/main" id="{E75418F8-703B-47E7-B9D4-F52738FB7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19200" y="1503680"/>
            <a:ext cx="7315200" cy="4165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CAPTION">
            <a:extLst>
              <a:ext uri="{FF2B5EF4-FFF2-40B4-BE49-F238E27FC236}">
                <a16:creationId xmlns:a16="http://schemas.microsoft.com/office/drawing/2014/main" id="{7EC3DCF5-FCE4-43E6-A733-3D6DE467E0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16000" y="5814314"/>
            <a:ext cx="7721600" cy="40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 表格与数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BBBDA848-8271-4F5F-93E0-97A2DFC878F6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1D4D8390-0009-45B1-BF33-AEFC304F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TABLE_AREA">
            <a:extLst>
              <a:ext uri="{FF2B5EF4-FFF2-40B4-BE49-F238E27FC236}">
                <a16:creationId xmlns:a16="http://schemas.microsoft.com/office/drawing/2014/main" id="{75A9133E-9BC1-444B-B117-4BEBD93F7A5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65200" y="1605280"/>
            <a:ext cx="7823200" cy="375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TABLE_NOTE">
            <a:extLst>
              <a:ext uri="{FF2B5EF4-FFF2-40B4-BE49-F238E27FC236}">
                <a16:creationId xmlns:a16="http://schemas.microsoft.com/office/drawing/2014/main" id="{828E3FF1-DE04-4A79-ACEC-04F802F4DE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65200" y="5720080"/>
            <a:ext cx="782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7 标题与自由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ITLE_BACKGROUND">
            <a:extLst>
              <a:ext uri="{FF2B5EF4-FFF2-40B4-BE49-F238E27FC236}">
                <a16:creationId xmlns:a16="http://schemas.microsoft.com/office/drawing/2014/main" id="{63D8BC97-5E1B-4608-9068-B909381B80B4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5D128792-2F8D-4611-92DE-B62153F2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8 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HANKS">
            <a:extLst>
              <a:ext uri="{FF2B5EF4-FFF2-40B4-BE49-F238E27FC236}">
                <a16:creationId xmlns:a16="http://schemas.microsoft.com/office/drawing/2014/main" id="{E9680DCB-E17E-475E-96A3-7651318E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62733"/>
            <a:ext cx="7315200" cy="9311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CONTACT">
            <a:extLst>
              <a:ext uri="{FF2B5EF4-FFF2-40B4-BE49-F238E27FC236}">
                <a16:creationId xmlns:a16="http://schemas.microsoft.com/office/drawing/2014/main" id="{B73EE0F5-2957-4F22-B3B6-BD4EE6764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3786568"/>
            <a:ext cx="73152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../slides/slide5.xml"/><Relationship Id="rId18" Type="http://schemas.openxmlformats.org/officeDocument/2006/relationships/slide" Target="../slides/slide10.xml"/><Relationship Id="rId3" Type="http://schemas.openxmlformats.org/officeDocument/2006/relationships/slideLayout" Target="../slideLayouts/slideLayout3.xml"/><Relationship Id="rId21" Type="http://schemas.openxmlformats.org/officeDocument/2006/relationships/slide" Target="../slides/slide13.xml"/><Relationship Id="rId7" Type="http://schemas.openxmlformats.org/officeDocument/2006/relationships/slideLayout" Target="../slideLayouts/slideLayout7.xml"/><Relationship Id="rId12" Type="http://schemas.openxmlformats.org/officeDocument/2006/relationships/slide" Target="../slides/slide4.xml"/><Relationship Id="rId17" Type="http://schemas.openxmlformats.org/officeDocument/2006/relationships/slide" Target="../slides/slide9.xml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8.xml"/><Relationship Id="rId20" Type="http://schemas.openxmlformats.org/officeDocument/2006/relationships/slide" Target="../slides/slide1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" Target="../slides/slide3.xml"/><Relationship Id="rId5" Type="http://schemas.openxmlformats.org/officeDocument/2006/relationships/slideLayout" Target="../slideLayouts/slideLayout5.xml"/><Relationship Id="rId15" Type="http://schemas.openxmlformats.org/officeDocument/2006/relationships/slide" Target="../slides/slide7.xml"/><Relationship Id="rId23" Type="http://schemas.openxmlformats.org/officeDocument/2006/relationships/slide" Target="../slides/slide15.xml"/><Relationship Id="rId10" Type="http://schemas.openxmlformats.org/officeDocument/2006/relationships/image" Target="../media/image1.png"/><Relationship Id="rId19" Type="http://schemas.openxmlformats.org/officeDocument/2006/relationships/slide" Target="../slides/slide11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slide" Target="../slides/slide6.xml"/><Relationship Id="rId22" Type="http://schemas.openxmlformats.org/officeDocument/2006/relationships/slide" Target="../slides/slid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中国人民大学 · Beam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94D9E95-5820-4108-BFFE-855CF9BC95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0" y="0"/>
            <a:ext cx="9753600" cy="7315200"/>
          </a:xfrm>
          <a:prstGeom prst="rect">
            <a:avLst/>
          </a:prstGeom>
        </p:spPr>
      </p:pic>
      <p:sp>
        <p:nvSpPr>
          <p:cNvPr id="2" name="RUC_STATIC_NAV_BACKGROUND">
            <a:extLst>
              <a:ext uri="{FF2B5EF4-FFF2-40B4-BE49-F238E27FC236}">
                <a16:creationId xmlns:a16="http://schemas.microsoft.com/office/drawing/2014/main" id="{58A1E885-1B13-4725-804E-80FFAF85B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753600" cy="447040"/>
          </a:xfrm>
          <a:prstGeom prst="rect">
            <a:avLst/>
          </a:prstGeom>
          <a:solidFill>
            <a:srgbClr val="4C1018"/>
          </a:solidFill>
          <a:ln w="0">
            <a:noFill/>
            <a:prstDash val="solid"/>
          </a:ln>
        </p:spPr>
      </p:sp>
      <p:sp>
        <p:nvSpPr>
          <p:cNvPr id="3" name="RUC_STATIC_FOOTER_UPPER">
            <a:extLst>
              <a:ext uri="{FF2B5EF4-FFF2-40B4-BE49-F238E27FC236}">
                <a16:creationId xmlns:a16="http://schemas.microsoft.com/office/drawing/2014/main" id="{8740869A-E707-4E14-8ED6-9B1B1F1D5C54}"/>
              </a:ext>
            </a:extLst>
          </p:cNvPr>
          <p:cNvSpPr>
            <a:spLocks noGrp="1"/>
          </p:cNvSpPr>
          <p:nvPr/>
        </p:nvSpPr>
        <p:spPr>
          <a:xfrm>
            <a:off x="0" y="6786880"/>
            <a:ext cx="9753600" cy="27432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</p:sp>
      <p:sp>
        <p:nvSpPr>
          <p:cNvPr id="4" name="RUC_STATIC_FOOTER_LOWER">
            <a:extLst>
              <a:ext uri="{FF2B5EF4-FFF2-40B4-BE49-F238E27FC236}">
                <a16:creationId xmlns:a16="http://schemas.microsoft.com/office/drawing/2014/main" id="{14E8E5D8-B9C7-4B87-861A-C890890110E9}"/>
              </a:ext>
            </a:extLst>
          </p:cNvPr>
          <p:cNvSpPr>
            <a:spLocks noGrp="1"/>
          </p:cNvSpPr>
          <p:nvPr/>
        </p:nvSpPr>
        <p:spPr>
          <a:xfrm>
            <a:off x="0" y="7061200"/>
            <a:ext cx="9753600" cy="254000"/>
          </a:xfrm>
          <a:prstGeom prst="rect">
            <a:avLst/>
          </a:prstGeom>
          <a:solidFill>
            <a:srgbClr val="4C1018"/>
          </a:solidFill>
          <a:ln w="0">
            <a:noFill/>
            <a:prstDash val="solid"/>
          </a:ln>
        </p:spPr>
      </p:sp>
      <p:sp>
        <p:nvSpPr>
          <p:cNvPr id="6" name="RUC_NAV_SECTION_0" descr="研究背景">
            <a:hlinkClick r:id="rId11" action="ppaction://hlinksldjump"/>
            <a:extLst>
              <a:ext uri="{FF2B5EF4-FFF2-40B4-BE49-F238E27FC236}">
                <a16:creationId xmlns:a16="http://schemas.microsoft.com/office/drawing/2014/main" id="{99797BF6-4CB9-BA28-6562-B4F129D65429}"/>
              </a:ext>
            </a:extLst>
          </p:cNvPr>
          <p:cNvSpPr txBox="1"/>
          <p:nvPr userDrawn="1"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7" name="RUC_NAV_DOT_258" descr="研究背景 1/2 · 第3页">
            <a:hlinkClick r:id="rId11" action="ppaction://hlinksldjump"/>
            <a:extLst>
              <a:ext uri="{FF2B5EF4-FFF2-40B4-BE49-F238E27FC236}">
                <a16:creationId xmlns:a16="http://schemas.microsoft.com/office/drawing/2014/main" id="{8B8ED331-FEA3-A2E5-6B60-4B882B94391F}"/>
              </a:ext>
            </a:extLst>
          </p:cNvPr>
          <p:cNvSpPr/>
          <p:nvPr userDrawn="1"/>
        </p:nvSpPr>
        <p:spPr>
          <a:xfrm>
            <a:off x="230293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UC_NAV_DOT_259" descr="研究背景 2/2 · 第4页">
            <a:hlinkClick r:id="rId12" action="ppaction://hlinksldjump"/>
            <a:extLst>
              <a:ext uri="{FF2B5EF4-FFF2-40B4-BE49-F238E27FC236}">
                <a16:creationId xmlns:a16="http://schemas.microsoft.com/office/drawing/2014/main" id="{A2B196F3-60B8-267B-CEAB-B11B9EA8C010}"/>
              </a:ext>
            </a:extLst>
          </p:cNvPr>
          <p:cNvSpPr/>
          <p:nvPr userDrawn="1"/>
        </p:nvSpPr>
        <p:spPr>
          <a:xfrm>
            <a:off x="333248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UC_NAV_SECTION_1" descr="研究现状">
            <a:hlinkClick r:id="rId13" action="ppaction://hlinksldjump"/>
            <a:extLst>
              <a:ext uri="{FF2B5EF4-FFF2-40B4-BE49-F238E27FC236}">
                <a16:creationId xmlns:a16="http://schemas.microsoft.com/office/drawing/2014/main" id="{56056643-752C-A2FF-B1CF-869366772607}"/>
              </a:ext>
            </a:extLst>
          </p:cNvPr>
          <p:cNvSpPr txBox="1"/>
          <p:nvPr userDrawn="1"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10" name="RUC_NAV_DOT_269" descr="研究现状 1/3 · 第5页">
            <a:hlinkClick r:id="rId13" action="ppaction://hlinksldjump"/>
            <a:extLst>
              <a:ext uri="{FF2B5EF4-FFF2-40B4-BE49-F238E27FC236}">
                <a16:creationId xmlns:a16="http://schemas.microsoft.com/office/drawing/2014/main" id="{21D5F3EE-1E9A-7AB7-C3B7-FFB6EF684CEA}"/>
              </a:ext>
            </a:extLst>
          </p:cNvPr>
          <p:cNvSpPr/>
          <p:nvPr userDrawn="1"/>
        </p:nvSpPr>
        <p:spPr>
          <a:xfrm>
            <a:off x="2088896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UC_NAV_DOT_260" descr="研究现状 2/3 · 第6页">
            <a:hlinkClick r:id="rId14" action="ppaction://hlinksldjump"/>
            <a:extLst>
              <a:ext uri="{FF2B5EF4-FFF2-40B4-BE49-F238E27FC236}">
                <a16:creationId xmlns:a16="http://schemas.microsoft.com/office/drawing/2014/main" id="{4ECDDF11-C667-7046-88D5-87A68145D155}"/>
              </a:ext>
            </a:extLst>
          </p:cNvPr>
          <p:cNvSpPr/>
          <p:nvPr userDrawn="1"/>
        </p:nvSpPr>
        <p:spPr>
          <a:xfrm>
            <a:off x="2191851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UC_NAV_DOT_261" descr="研究现状 3/3 · 第7页">
            <a:hlinkClick r:id="rId15" action="ppaction://hlinksldjump"/>
            <a:extLst>
              <a:ext uri="{FF2B5EF4-FFF2-40B4-BE49-F238E27FC236}">
                <a16:creationId xmlns:a16="http://schemas.microsoft.com/office/drawing/2014/main" id="{6C47C42C-9F71-CAEF-7049-E386C8157C06}"/>
              </a:ext>
            </a:extLst>
          </p:cNvPr>
          <p:cNvSpPr/>
          <p:nvPr userDrawn="1"/>
        </p:nvSpPr>
        <p:spPr>
          <a:xfrm>
            <a:off x="2294805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UC_NAV_SECTION_2" descr="研究内容">
            <a:hlinkClick r:id="rId16" action="ppaction://hlinksldjump"/>
            <a:extLst>
              <a:ext uri="{FF2B5EF4-FFF2-40B4-BE49-F238E27FC236}">
                <a16:creationId xmlns:a16="http://schemas.microsoft.com/office/drawing/2014/main" id="{03CDE146-652F-EE18-BB8A-D7F03D06B2DD}"/>
              </a:ext>
            </a:extLst>
          </p:cNvPr>
          <p:cNvSpPr txBox="1"/>
          <p:nvPr userDrawn="1"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14" name="RUC_NAV_DOT_270" descr="研究内容 1/4 · 第8页">
            <a:hlinkClick r:id="rId16" action="ppaction://hlinksldjump"/>
            <a:extLst>
              <a:ext uri="{FF2B5EF4-FFF2-40B4-BE49-F238E27FC236}">
                <a16:creationId xmlns:a16="http://schemas.microsoft.com/office/drawing/2014/main" id="{6C0FD664-0698-3651-7CC3-A0510C1F2338}"/>
              </a:ext>
            </a:extLst>
          </p:cNvPr>
          <p:cNvSpPr/>
          <p:nvPr userDrawn="1"/>
        </p:nvSpPr>
        <p:spPr>
          <a:xfrm>
            <a:off x="3947499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UC_NAV_DOT_263" descr="研究内容 2/4 · 第9页">
            <a:hlinkClick r:id="rId17" action="ppaction://hlinksldjump"/>
            <a:extLst>
              <a:ext uri="{FF2B5EF4-FFF2-40B4-BE49-F238E27FC236}">
                <a16:creationId xmlns:a16="http://schemas.microsoft.com/office/drawing/2014/main" id="{1F9665E5-8881-F203-E709-73B2EA524F66}"/>
              </a:ext>
            </a:extLst>
          </p:cNvPr>
          <p:cNvSpPr/>
          <p:nvPr userDrawn="1"/>
        </p:nvSpPr>
        <p:spPr>
          <a:xfrm>
            <a:off x="4050453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UC_NAV_DOT_264" descr="研究内容 3/4 · 第10页">
            <a:hlinkClick r:id="rId18" action="ppaction://hlinksldjump"/>
            <a:extLst>
              <a:ext uri="{FF2B5EF4-FFF2-40B4-BE49-F238E27FC236}">
                <a16:creationId xmlns:a16="http://schemas.microsoft.com/office/drawing/2014/main" id="{DCB96728-6F5A-F74C-97A1-96B4E9140C2A}"/>
              </a:ext>
            </a:extLst>
          </p:cNvPr>
          <p:cNvSpPr/>
          <p:nvPr userDrawn="1"/>
        </p:nvSpPr>
        <p:spPr>
          <a:xfrm>
            <a:off x="4153408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UC_NAV_DOT_265" descr="研究内容 4/4 · 第11页">
            <a:hlinkClick r:id="rId19" action="ppaction://hlinksldjump"/>
            <a:extLst>
              <a:ext uri="{FF2B5EF4-FFF2-40B4-BE49-F238E27FC236}">
                <a16:creationId xmlns:a16="http://schemas.microsoft.com/office/drawing/2014/main" id="{BD873481-25A5-AA0F-6188-EBA881082B50}"/>
              </a:ext>
            </a:extLst>
          </p:cNvPr>
          <p:cNvSpPr/>
          <p:nvPr userDrawn="1"/>
        </p:nvSpPr>
        <p:spPr>
          <a:xfrm>
            <a:off x="4256363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UC_NAV_SECTION_3" descr="计划进度">
            <a:hlinkClick r:id="rId20" action="ppaction://hlinksldjump"/>
            <a:extLst>
              <a:ext uri="{FF2B5EF4-FFF2-40B4-BE49-F238E27FC236}">
                <a16:creationId xmlns:a16="http://schemas.microsoft.com/office/drawing/2014/main" id="{62149439-55B3-2642-CB52-EF54273AB268}"/>
              </a:ext>
            </a:extLst>
          </p:cNvPr>
          <p:cNvSpPr txBox="1"/>
          <p:nvPr userDrawn="1"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19" name="RUC_NAV_DOT_271" descr="计划进度 1/2 · 第12页">
            <a:hlinkClick r:id="rId20" action="ppaction://hlinksldjump"/>
            <a:extLst>
              <a:ext uri="{FF2B5EF4-FFF2-40B4-BE49-F238E27FC236}">
                <a16:creationId xmlns:a16="http://schemas.microsoft.com/office/drawing/2014/main" id="{F761074C-0703-33AB-8CFD-7F1053970E58}"/>
              </a:ext>
            </a:extLst>
          </p:cNvPr>
          <p:cNvSpPr/>
          <p:nvPr userDrawn="1"/>
        </p:nvSpPr>
        <p:spPr>
          <a:xfrm>
            <a:off x="5806101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UC_NAV_DOT_266" descr="计划进度 2/2 · 第13页">
            <a:hlinkClick r:id="rId21" action="ppaction://hlinksldjump"/>
            <a:extLst>
              <a:ext uri="{FF2B5EF4-FFF2-40B4-BE49-F238E27FC236}">
                <a16:creationId xmlns:a16="http://schemas.microsoft.com/office/drawing/2014/main" id="{57172F0F-A7B2-7ABF-4361-E56129E384AA}"/>
              </a:ext>
            </a:extLst>
          </p:cNvPr>
          <p:cNvSpPr/>
          <p:nvPr userDrawn="1"/>
        </p:nvSpPr>
        <p:spPr>
          <a:xfrm>
            <a:off x="5909056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UC_NAV_SECTION_4" descr="参考文献">
            <a:hlinkClick r:id="rId22" action="ppaction://hlinksldjump"/>
            <a:extLst>
              <a:ext uri="{FF2B5EF4-FFF2-40B4-BE49-F238E27FC236}">
                <a16:creationId xmlns:a16="http://schemas.microsoft.com/office/drawing/2014/main" id="{CA3DA9DD-2134-9D4B-477C-89E30F4CFDCE}"/>
              </a:ext>
            </a:extLst>
          </p:cNvPr>
          <p:cNvSpPr txBox="1"/>
          <p:nvPr userDrawn="1"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22" name="RUC_NAV_DOT_272" descr="参考文献 1/2 · 第14页">
            <a:hlinkClick r:id="rId22" action="ppaction://hlinksldjump"/>
            <a:extLst>
              <a:ext uri="{FF2B5EF4-FFF2-40B4-BE49-F238E27FC236}">
                <a16:creationId xmlns:a16="http://schemas.microsoft.com/office/drawing/2014/main" id="{021FADFF-C6E7-7DB9-F891-75BE657A8951}"/>
              </a:ext>
            </a:extLst>
          </p:cNvPr>
          <p:cNvSpPr/>
          <p:nvPr userDrawn="1"/>
        </p:nvSpPr>
        <p:spPr>
          <a:xfrm>
            <a:off x="7664704" y="270933"/>
            <a:ext cx="65892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UC_NAV_DOT_267" descr="参考文献 2/2 · 第15页">
            <a:hlinkClick r:id="rId23" action="ppaction://hlinksldjump"/>
            <a:extLst>
              <a:ext uri="{FF2B5EF4-FFF2-40B4-BE49-F238E27FC236}">
                <a16:creationId xmlns:a16="http://schemas.microsoft.com/office/drawing/2014/main" id="{FAAAFBDC-69F5-633F-2889-BB0B36B24E2D}"/>
              </a:ext>
            </a:extLst>
          </p:cNvPr>
          <p:cNvSpPr/>
          <p:nvPr userDrawn="1"/>
        </p:nvSpPr>
        <p:spPr>
          <a:xfrm>
            <a:off x="7767659" y="270933"/>
            <a:ext cx="65892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UC_NAV_AUTHOR">
            <a:extLst>
              <a:ext uri="{FF2B5EF4-FFF2-40B4-BE49-F238E27FC236}">
                <a16:creationId xmlns:a16="http://schemas.microsoft.com/office/drawing/2014/main" id="{83FD8C0E-C72C-FD3B-C193-7D47E6FFE0FA}"/>
              </a:ext>
            </a:extLst>
          </p:cNvPr>
          <p:cNvSpPr txBox="1"/>
          <p:nvPr userDrawn="1"/>
        </p:nvSpPr>
        <p:spPr>
          <a:xfrm>
            <a:off x="230292" y="6797908"/>
            <a:ext cx="3511296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汇报人姓名</a:t>
            </a:r>
          </a:p>
        </p:txBody>
      </p:sp>
      <p:sp>
        <p:nvSpPr>
          <p:cNvPr id="25" name="RUC_NAV_INSTITUTE">
            <a:extLst>
              <a:ext uri="{FF2B5EF4-FFF2-40B4-BE49-F238E27FC236}">
                <a16:creationId xmlns:a16="http://schemas.microsoft.com/office/drawing/2014/main" id="{09BC752A-BE17-667E-7C69-72B0DBE3BC4A}"/>
              </a:ext>
            </a:extLst>
          </p:cNvPr>
          <p:cNvSpPr txBox="1"/>
          <p:nvPr userDrawn="1"/>
        </p:nvSpPr>
        <p:spPr>
          <a:xfrm>
            <a:off x="3706367" y="6797908"/>
            <a:ext cx="5813146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中国人民大学生态环境学院</a:t>
            </a:r>
          </a:p>
        </p:txBody>
      </p:sp>
      <p:sp>
        <p:nvSpPr>
          <p:cNvPr id="26" name="RUC_NAV_TITLE">
            <a:extLst>
              <a:ext uri="{FF2B5EF4-FFF2-40B4-BE49-F238E27FC236}">
                <a16:creationId xmlns:a16="http://schemas.microsoft.com/office/drawing/2014/main" id="{8E8B7169-19F8-DD35-ED99-DDA2F9FBEFC8}"/>
              </a:ext>
            </a:extLst>
          </p:cNvPr>
          <p:cNvSpPr txBox="1"/>
          <p:nvPr userDrawn="1"/>
        </p:nvSpPr>
        <p:spPr>
          <a:xfrm>
            <a:off x="230292" y="7057284"/>
            <a:ext cx="7705344" cy="23234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你的报告题目</a:t>
            </a:r>
          </a:p>
        </p:txBody>
      </p:sp>
      <p:sp>
        <p:nvSpPr>
          <p:cNvPr id="27" name="RUC_NAV_PAGE">
            <a:extLst>
              <a:ext uri="{FF2B5EF4-FFF2-40B4-BE49-F238E27FC236}">
                <a16:creationId xmlns:a16="http://schemas.microsoft.com/office/drawing/2014/main" id="{B335F798-A587-F054-EB1A-72EE64904A2A}"/>
              </a:ext>
            </a:extLst>
          </p:cNvPr>
          <p:cNvSpPr txBox="1"/>
          <p:nvPr userDrawn="1"/>
        </p:nvSpPr>
        <p:spPr>
          <a:xfrm>
            <a:off x="8534400" y="7055570"/>
            <a:ext cx="379307" cy="2340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4E290F12-E8DF-42D9-A8B6-2728207EB4AF}" type="slidenum">
              <a:rPr lang="zh-CN" altLang="en-US" sz="1100" smtClean="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pPr marL="0" marR="0" indent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zh-CN" altLang="en-US" sz="1100">
              <a:solidFill>
                <a:srgbClr val="FFFFFF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28" name="RUC_NAV_TOTAL">
            <a:extLst>
              <a:ext uri="{FF2B5EF4-FFF2-40B4-BE49-F238E27FC236}">
                <a16:creationId xmlns:a16="http://schemas.microsoft.com/office/drawing/2014/main" id="{BFE4BA81-3A74-12D3-4738-46F95F93E22B}"/>
              </a:ext>
            </a:extLst>
          </p:cNvPr>
          <p:cNvSpPr txBox="1"/>
          <p:nvPr userDrawn="1"/>
        </p:nvSpPr>
        <p:spPr>
          <a:xfrm>
            <a:off x="8913705" y="7055570"/>
            <a:ext cx="609600" cy="2340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 </a:t>
            </a:r>
            <a:r>
              <a:rPr lang="en-US" altLang="zh-CN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/ 16</a:t>
            </a:r>
            <a:endParaRPr lang="zh-CN" altLang="en-US" sz="1100">
              <a:solidFill>
                <a:srgbClr val="FFFFFF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xStyles>
    <p:titleStyle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4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defPPr marL="0" marR="0" indent="0">
        <a:lnSpc>
          <a:spcPct val="150000"/>
        </a:lnSpc>
        <a:spcBef>
          <a:spcPts val="0"/>
        </a:spcBef>
        <a:spcAft>
          <a:spcPts val="0"/>
        </a:spcAft>
        <a:defRPr lang="zh-CN">
          <a:latin typeface="Times New Roman"/>
          <a:ea typeface="KaiTi"/>
          <a:cs typeface="Times New Roman"/>
        </a:defRPr>
      </a:defPPr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slide" Target="slide14.xml"/><Relationship Id="rId3" Type="http://schemas.openxmlformats.org/officeDocument/2006/relationships/tags" Target="../tags/tag5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8.xml"/><Relationship Id="rId5" Type="http://schemas.openxmlformats.org/officeDocument/2006/relationships/tags" Target="../tags/tag7.xml"/><Relationship Id="rId10" Type="http://schemas.openxmlformats.org/officeDocument/2006/relationships/slide" Target="slide5.xml"/><Relationship Id="rId4" Type="http://schemas.openxmlformats.org/officeDocument/2006/relationships/tags" Target="../tags/tag6.xml"/><Relationship Id="rId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slide" Target="slide14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slide" Target="slide8.xml"/><Relationship Id="rId5" Type="http://schemas.openxmlformats.org/officeDocument/2006/relationships/tags" Target="../tags/tag13.xml"/><Relationship Id="rId10" Type="http://schemas.openxmlformats.org/officeDocument/2006/relationships/slide" Target="slide5.xml"/><Relationship Id="rId4" Type="http://schemas.openxmlformats.org/officeDocument/2006/relationships/tags" Target="../tags/tag12.xml"/><Relationship Id="rId9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slide" Target="slide14.xml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slide" Target="slide8.xml"/><Relationship Id="rId5" Type="http://schemas.openxmlformats.org/officeDocument/2006/relationships/tags" Target="../tags/tag20.xml"/><Relationship Id="rId10" Type="http://schemas.openxmlformats.org/officeDocument/2006/relationships/slide" Target="slide5.xml"/><Relationship Id="rId4" Type="http://schemas.openxmlformats.org/officeDocument/2006/relationships/tags" Target="../tags/tag19.xml"/><Relationship Id="rId9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slide" Target="slide14.xml"/><Relationship Id="rId3" Type="http://schemas.openxmlformats.org/officeDocument/2006/relationships/tags" Target="../tags/tag26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" Target="slide8.xml"/><Relationship Id="rId5" Type="http://schemas.openxmlformats.org/officeDocument/2006/relationships/tags" Target="../tags/tag28.xml"/><Relationship Id="rId10" Type="http://schemas.openxmlformats.org/officeDocument/2006/relationships/slide" Target="slide5.xml"/><Relationship Id="rId4" Type="http://schemas.openxmlformats.org/officeDocument/2006/relationships/tags" Target="../tags/tag27.xml"/><Relationship Id="rId9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13" Type="http://schemas.openxmlformats.org/officeDocument/2006/relationships/slide" Target="slide14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slide" Target="slide8.xml"/><Relationship Id="rId5" Type="http://schemas.openxmlformats.org/officeDocument/2006/relationships/tags" Target="../tags/tag37.xml"/><Relationship Id="rId10" Type="http://schemas.openxmlformats.org/officeDocument/2006/relationships/slide" Target="slide5.xml"/><Relationship Id="rId4" Type="http://schemas.openxmlformats.org/officeDocument/2006/relationships/tags" Target="../tags/tag36.xml"/><Relationship Id="rId9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slide" Target="slide14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" Target="slide8.xml"/><Relationship Id="rId5" Type="http://schemas.openxmlformats.org/officeDocument/2006/relationships/tags" Target="../tags/tag44.xml"/><Relationship Id="rId10" Type="http://schemas.openxmlformats.org/officeDocument/2006/relationships/slide" Target="slide5.xml"/><Relationship Id="rId4" Type="http://schemas.openxmlformats.org/officeDocument/2006/relationships/tags" Target="../tags/tag43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UC_META_TITLE">
            <a:extLst>
              <a:ext uri="{FF2B5EF4-FFF2-40B4-BE49-F238E27FC236}">
                <a16:creationId xmlns:a16="http://schemas.microsoft.com/office/drawing/2014/main" id="{0CE4CE1E-C5AF-FC83-D082-239930133B8E}"/>
              </a:ext>
            </a:extLst>
          </p:cNvPr>
          <p:cNvSpPr txBox="1">
            <a:spLocks/>
          </p:cNvSpPr>
          <p:nvPr/>
        </p:nvSpPr>
        <p:spPr>
          <a:xfrm>
            <a:off x="914400" y="1118425"/>
            <a:ext cx="7924800" cy="6116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你的报告题目</a:t>
            </a:r>
          </a:p>
        </p:txBody>
      </p:sp>
      <p:sp>
        <p:nvSpPr>
          <p:cNvPr id="16" name="RUC_META_SUBTITLE">
            <a:extLst>
              <a:ext uri="{FF2B5EF4-FFF2-40B4-BE49-F238E27FC236}">
                <a16:creationId xmlns:a16="http://schemas.microsoft.com/office/drawing/2014/main" id="{8F362D28-5002-99E5-FC2F-728943A5EDDE}"/>
              </a:ext>
            </a:extLst>
          </p:cNvPr>
          <p:cNvSpPr txBox="1">
            <a:spLocks/>
          </p:cNvSpPr>
          <p:nvPr/>
        </p:nvSpPr>
        <p:spPr>
          <a:xfrm>
            <a:off x="914400" y="1688909"/>
            <a:ext cx="7924800" cy="4919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学术汇报 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/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毕业论文开题报告</a:t>
            </a:r>
          </a:p>
        </p:txBody>
      </p:sp>
      <p:sp>
        <p:nvSpPr>
          <p:cNvPr id="13" name="RUC_META_AUTHOR">
            <a:extLst>
              <a:ext uri="{FF2B5EF4-FFF2-40B4-BE49-F238E27FC236}">
                <a16:creationId xmlns:a16="http://schemas.microsoft.com/office/drawing/2014/main" id="{CF9B9F24-A521-57C8-48FB-816DA6810652}"/>
              </a:ext>
            </a:extLst>
          </p:cNvPr>
          <p:cNvSpPr txBox="1">
            <a:spLocks/>
          </p:cNvSpPr>
          <p:nvPr/>
        </p:nvSpPr>
        <p:spPr>
          <a:xfrm>
            <a:off x="1828800" y="2683447"/>
            <a:ext cx="6096000" cy="4719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汇报人姓名</a:t>
            </a:r>
          </a:p>
        </p:txBody>
      </p:sp>
      <p:sp>
        <p:nvSpPr>
          <p:cNvPr id="10" name="RUC_META_INSTITUTE">
            <a:extLst>
              <a:ext uri="{FF2B5EF4-FFF2-40B4-BE49-F238E27FC236}">
                <a16:creationId xmlns:a16="http://schemas.microsoft.com/office/drawing/2014/main" id="{59B22C34-4D35-434D-C314-B94965457F3C}"/>
              </a:ext>
            </a:extLst>
          </p:cNvPr>
          <p:cNvSpPr txBox="1">
            <a:spLocks/>
          </p:cNvSpPr>
          <p:nvPr/>
        </p:nvSpPr>
        <p:spPr>
          <a:xfrm>
            <a:off x="1524000" y="3420808"/>
            <a:ext cx="67056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中国人民大学生态环境学院</a:t>
            </a:r>
          </a:p>
        </p:txBody>
      </p:sp>
      <p:sp>
        <p:nvSpPr>
          <p:cNvPr id="7" name="RUC_META_DATE">
            <a:extLst>
              <a:ext uri="{FF2B5EF4-FFF2-40B4-BE49-F238E27FC236}">
                <a16:creationId xmlns:a16="http://schemas.microsoft.com/office/drawing/2014/main" id="{84C919B9-5927-AF40-1895-58F327CE714D}"/>
              </a:ext>
            </a:extLst>
          </p:cNvPr>
          <p:cNvSpPr txBox="1">
            <a:spLocks/>
          </p:cNvSpPr>
          <p:nvPr/>
        </p:nvSpPr>
        <p:spPr>
          <a:xfrm>
            <a:off x="1930400" y="4101528"/>
            <a:ext cx="58928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2026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10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月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28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501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PAGE_TITLE">
            <a:extLst>
              <a:ext uri="{FF2B5EF4-FFF2-40B4-BE49-F238E27FC236}">
                <a16:creationId xmlns:a16="http://schemas.microsoft.com/office/drawing/2014/main" id="{E75FF34F-A3B8-3F5C-41BF-D01BC854B312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报告目录</a:t>
            </a:r>
          </a:p>
        </p:txBody>
      </p:sp>
      <p:sp>
        <p:nvSpPr>
          <p:cNvPr id="2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6C207B6B-6B7A-2F13-2ACA-180710B1DA0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4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E568FBF2-267A-944D-0D77-E058154608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5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D166B9E-0393-FAE0-717F-435EBD9460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6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B91360AB-27F4-0794-443F-5EE8908E7E7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7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DAE7CE03-6C94-D227-DF28-5D19C82F4D4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0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09F8C904-2D07-B47E-93C2-DF05FF764E53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课题背景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F96B51A9-ECC9-7058-476A-015A1692843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B9E42AC6-E236-D526-D8DF-F5A538EBB6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CAA5E418-027B-E7A4-1D14-7D74F672F5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FDDC002A-DD12-2B2E-690D-5D352526E29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BAA2A19B-ECB0-5FC6-2DBE-4474CC89D50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32DBFC60-D173-AF23-E0FD-DC584D5A9E75}"/>
              </a:ext>
            </a:extLst>
          </p:cNvPr>
          <p:cNvSpPr txBox="1"/>
          <p:nvPr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3" name="RUC_NAV_CURRENT" descr="研究背景 · 当前页">
            <a:hlinkClick r:id="rId9" action="ppaction://hlinksldjump"/>
            <a:extLst>
              <a:ext uri="{FF2B5EF4-FFF2-40B4-BE49-F238E27FC236}">
                <a16:creationId xmlns:a16="http://schemas.microsoft.com/office/drawing/2014/main" id="{43320545-76A6-3332-153F-DD5266CDB2AB}"/>
              </a:ext>
            </a:extLst>
          </p:cNvPr>
          <p:cNvSpPr/>
          <p:nvPr/>
        </p:nvSpPr>
        <p:spPr>
          <a:xfrm>
            <a:off x="23029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15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E4B72013-FF43-DDEC-CDE8-CF4077CF1EAE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研究背景与问题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A3EC85D5-6869-669A-E907-61D17486599B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在这里概括研究背景与现实问题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说明已有研究留下的关键空白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用一句话提出本研究的问题</a:t>
            </a:r>
          </a:p>
        </p:txBody>
      </p:sp>
      <p:sp>
        <p:nvSpPr>
          <p:cNvPr id="2" name="RUC_NAV_ACTIVE_SECTION" descr="研究背景">
            <a:hlinkClick r:id="rId4" action="ppaction://hlinksldjump"/>
            <a:extLst>
              <a:ext uri="{FF2B5EF4-FFF2-40B4-BE49-F238E27FC236}">
                <a16:creationId xmlns:a16="http://schemas.microsoft.com/office/drawing/2014/main" id="{759451EF-F315-32DD-8DAC-37F09CCE469F}"/>
              </a:ext>
            </a:extLst>
          </p:cNvPr>
          <p:cNvSpPr txBox="1"/>
          <p:nvPr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3" name="RUC_NAV_CURRENT" descr="研究背景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9209CB88-36EA-7283-E9B0-7690235E718C}"/>
              </a:ext>
            </a:extLst>
          </p:cNvPr>
          <p:cNvSpPr/>
          <p:nvPr/>
        </p:nvSpPr>
        <p:spPr>
          <a:xfrm>
            <a:off x="333248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53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09F8C904-2D07-B47E-93C2-DF05FF764E53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AAD2E81C-154F-0EDF-5BED-ADC8D96B4D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E377DA7F-38C5-B8E8-0770-E2A7B632C3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50ABA8F6-6911-468B-BC55-04BF786D876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2BFAFCDB-A3FA-C3C4-F0EF-74D4696BAF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845CE63C-B7AC-C4FD-4287-5172215C5A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A004F393-1029-4993-AE4E-6734651C74D5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" name="RUC_NAV_CURRENT" descr="研究现状 · 当前页">
            <a:hlinkClick r:id="rId10" action="ppaction://hlinksldjump"/>
            <a:extLst>
              <a:ext uri="{FF2B5EF4-FFF2-40B4-BE49-F238E27FC236}">
                <a16:creationId xmlns:a16="http://schemas.microsoft.com/office/drawing/2014/main" id="{5AF5096C-EEEE-E70D-43BD-C95476679E9F}"/>
              </a:ext>
            </a:extLst>
          </p:cNvPr>
          <p:cNvSpPr/>
          <p:nvPr/>
        </p:nvSpPr>
        <p:spPr>
          <a:xfrm>
            <a:off x="2088896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453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UC_PAGE_TITLE">
            <a:extLst>
              <a:ext uri="{FF2B5EF4-FFF2-40B4-BE49-F238E27FC236}">
                <a16:creationId xmlns:a16="http://schemas.microsoft.com/office/drawing/2014/main" id="{056449DD-908D-802D-13FB-A61010CA51B3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研究现状：两个方面</a:t>
            </a:r>
          </a:p>
        </p:txBody>
      </p:sp>
      <p:sp>
        <p:nvSpPr>
          <p:cNvPr id="12" name="RUC_LEFT">
            <a:extLst>
              <a:ext uri="{FF2B5EF4-FFF2-40B4-BE49-F238E27FC236}">
                <a16:creationId xmlns:a16="http://schemas.microsoft.com/office/drawing/2014/main" id="{0776D3F3-C83A-0F1C-438E-38B111D19AE5}"/>
              </a:ext>
            </a:extLst>
          </p:cNvPr>
          <p:cNvSpPr txBox="1">
            <a:spLocks/>
          </p:cNvSpPr>
          <p:nvPr/>
        </p:nvSpPr>
        <p:spPr>
          <a:xfrm>
            <a:off x="67056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已有研究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主要研究方向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常用理论与方法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代表性发现</a:t>
            </a:r>
          </a:p>
        </p:txBody>
      </p:sp>
      <p:sp>
        <p:nvSpPr>
          <p:cNvPr id="7" name="RUC_RIGHT">
            <a:extLst>
              <a:ext uri="{FF2B5EF4-FFF2-40B4-BE49-F238E27FC236}">
                <a16:creationId xmlns:a16="http://schemas.microsoft.com/office/drawing/2014/main" id="{432BE673-1D09-173A-1583-050C7653C5CC}"/>
              </a:ext>
            </a:extLst>
          </p:cNvPr>
          <p:cNvSpPr txBox="1">
            <a:spLocks/>
          </p:cNvSpPr>
          <p:nvPr/>
        </p:nvSpPr>
        <p:spPr>
          <a:xfrm>
            <a:off x="510032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研究空白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尚未解释的问题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现有证据的限制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本研究的切入点</a:t>
            </a:r>
          </a:p>
        </p:txBody>
      </p:sp>
      <p:sp>
        <p:nvSpPr>
          <p:cNvPr id="2" name="RUC_NAV_ACTIVE_SECTION" descr="研究现状">
            <a:hlinkClick r:id="rId4" action="ppaction://hlinksldjump"/>
            <a:extLst>
              <a:ext uri="{FF2B5EF4-FFF2-40B4-BE49-F238E27FC236}">
                <a16:creationId xmlns:a16="http://schemas.microsoft.com/office/drawing/2014/main" id="{19164DF7-FAD2-4F0A-5A9C-08E478539672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" name="RUC_NAV_CURRENT" descr="研究现状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0C8F1A0E-8F51-C1D9-2F70-C1BAFB48C17E}"/>
              </a:ext>
            </a:extLst>
          </p:cNvPr>
          <p:cNvSpPr/>
          <p:nvPr/>
        </p:nvSpPr>
        <p:spPr>
          <a:xfrm>
            <a:off x="2191851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34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UC_PAGE_TITLE">
            <a:extLst>
              <a:ext uri="{FF2B5EF4-FFF2-40B4-BE49-F238E27FC236}">
                <a16:creationId xmlns:a16="http://schemas.microsoft.com/office/drawing/2014/main" id="{1C70916E-0D2E-1989-C243-0520B152102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研究现状：文献对比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91C4A1-6346-4BA8-922B-8455EB6E4B0D}"/>
              </a:ext>
            </a:extLst>
          </p:cNvPr>
          <p:cNvGraphicFramePr/>
          <p:nvPr/>
        </p:nvGraphicFramePr>
        <p:xfrm>
          <a:off x="965200" y="1788160"/>
          <a:ext cx="7823199" cy="3088640"/>
        </p:xfrm>
        <a:graphic>
          <a:graphicData uri="http://schemas.openxmlformats.org/drawingml/2006/table">
            <a:tbl>
              <a:tblPr/>
              <a:tblGrid>
                <a:gridCol w="202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文献 / 方向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971F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主要方法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971F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研究不足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97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 A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 B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本研究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UC_NAV_ACTIVE_SECTION" descr="研究现状">
            <a:hlinkClick r:id="rId4" action="ppaction://hlinksldjump"/>
            <a:extLst>
              <a:ext uri="{FF2B5EF4-FFF2-40B4-BE49-F238E27FC236}">
                <a16:creationId xmlns:a16="http://schemas.microsoft.com/office/drawing/2014/main" id="{F96A66B9-41BC-5673-61B0-D6B1763BD36F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" name="RUC_NAV_CURRENT" descr="研究现状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5A2C2339-EDD1-F9A3-31A9-8DEA026391F7}"/>
              </a:ext>
            </a:extLst>
          </p:cNvPr>
          <p:cNvSpPr/>
          <p:nvPr/>
        </p:nvSpPr>
        <p:spPr>
          <a:xfrm>
            <a:off x="2294805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50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EE60DD14-FCD0-354B-C329-215F4B436AD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D2139A60-0029-05DE-FE4C-464B27AC21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6868679A-3575-83B6-C709-ADE430E4C4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3BCA4D7F-6A48-8EB7-F2BA-48061D74C03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1200E9DA-7218-EDE4-ACDF-99C16A45A23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414872DA-E17D-9614-005A-9BF09470177A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3" name="RUC_NAV_CURRENT" descr="研究内容 · 当前页">
            <a:hlinkClick r:id="rId11" action="ppaction://hlinksldjump"/>
            <a:extLst>
              <a:ext uri="{FF2B5EF4-FFF2-40B4-BE49-F238E27FC236}">
                <a16:creationId xmlns:a16="http://schemas.microsoft.com/office/drawing/2014/main" id="{3F1021D1-3D59-B8A3-E06F-F7348BAEA8B0}"/>
              </a:ext>
            </a:extLst>
          </p:cNvPr>
          <p:cNvSpPr/>
          <p:nvPr/>
        </p:nvSpPr>
        <p:spPr>
          <a:xfrm>
            <a:off x="3947499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225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UC_PAGE_TITLE">
            <a:extLst>
              <a:ext uri="{FF2B5EF4-FFF2-40B4-BE49-F238E27FC236}">
                <a16:creationId xmlns:a16="http://schemas.microsoft.com/office/drawing/2014/main" id="{CB47256A-B02D-EB3D-598C-F026CD43B00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研究结果：图片版式</a:t>
            </a:r>
          </a:p>
        </p:txBody>
      </p:sp>
      <p:sp>
        <p:nvSpPr>
          <p:cNvPr id="7" name="RUC_CAPTION">
            <a:extLst>
              <a:ext uri="{FF2B5EF4-FFF2-40B4-BE49-F238E27FC236}">
                <a16:creationId xmlns:a16="http://schemas.microsoft.com/office/drawing/2014/main" id="{7E8F2203-795B-0B11-451D-47BAAE7FD386}"/>
              </a:ext>
            </a:extLst>
          </p:cNvPr>
          <p:cNvSpPr txBox="1">
            <a:spLocks/>
          </p:cNvSpPr>
          <p:nvPr/>
        </p:nvSpPr>
        <p:spPr>
          <a:xfrm>
            <a:off x="1016000" y="5814314"/>
            <a:ext cx="7721600" cy="40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图 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在这里填写图题；图片可以直接替换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C5D221-E76D-4488-BF00-D490104B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27200" y="2542992"/>
            <a:ext cx="6299200" cy="1599297"/>
          </a:xfrm>
          <a:prstGeom prst="rect">
            <a:avLst/>
          </a:prstGeom>
        </p:spPr>
      </p:pic>
      <p:sp>
        <p:nvSpPr>
          <p:cNvPr id="2" name="RUC_NAV_ACTIVE_SECTION" descr="研究内容">
            <a:hlinkClick r:id="rId5" action="ppaction://hlinksldjump"/>
            <a:extLst>
              <a:ext uri="{FF2B5EF4-FFF2-40B4-BE49-F238E27FC236}">
                <a16:creationId xmlns:a16="http://schemas.microsoft.com/office/drawing/2014/main" id="{36F5139E-4177-7647-4D81-17D47F6B554C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3" name="RUC_NAV_CURRENT" descr="研究内容 · 当前页">
            <a:hlinkClick r:id="rId6" action="ppaction://hlinksldjump"/>
            <a:extLst>
              <a:ext uri="{FF2B5EF4-FFF2-40B4-BE49-F238E27FC236}">
                <a16:creationId xmlns:a16="http://schemas.microsoft.com/office/drawing/2014/main" id="{7FCAB194-B2D7-993B-7CC2-5E89243D4082}"/>
              </a:ext>
            </a:extLst>
          </p:cNvPr>
          <p:cNvSpPr/>
          <p:nvPr/>
        </p:nvSpPr>
        <p:spPr>
          <a:xfrm>
            <a:off x="405045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75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C_PAGE_TITLE">
            <a:extLst>
              <a:ext uri="{FF2B5EF4-FFF2-40B4-BE49-F238E27FC236}">
                <a16:creationId xmlns:a16="http://schemas.microsoft.com/office/drawing/2014/main" id="{7072206E-EAE2-F0D0-E179-A7B73AF335FB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研究方法：公式与解释</a:t>
            </a:r>
          </a:p>
        </p:txBody>
      </p:sp>
      <p:sp>
        <p:nvSpPr>
          <p:cNvPr id="3" name="RUC_EXAMPLE_BLOCK_TITLE">
            <a:extLst>
              <a:ext uri="{FF2B5EF4-FFF2-40B4-BE49-F238E27FC236}">
                <a16:creationId xmlns:a16="http://schemas.microsoft.com/office/drawing/2014/main" id="{6138E9F1-B372-467E-A3C3-E1544057E371}"/>
              </a:ext>
            </a:extLst>
          </p:cNvPr>
          <p:cNvSpPr>
            <a:spLocks noGrp="1"/>
          </p:cNvSpPr>
          <p:nvPr/>
        </p:nvSpPr>
        <p:spPr>
          <a:xfrm>
            <a:off x="914400" y="1590802"/>
            <a:ext cx="7924800" cy="471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模型设定</a:t>
            </a:r>
          </a:p>
        </p:txBody>
      </p:sp>
      <p:sp>
        <p:nvSpPr>
          <p:cNvPr id="4" name="RUC_EXAMPLE_RULE">
            <a:extLst>
              <a:ext uri="{FF2B5EF4-FFF2-40B4-BE49-F238E27FC236}">
                <a16:creationId xmlns:a16="http://schemas.microsoft.com/office/drawing/2014/main" id="{F49CDEBE-5ED5-4C37-9CC6-807B415E94A9}"/>
              </a:ext>
            </a:extLst>
          </p:cNvPr>
          <p:cNvSpPr>
            <a:spLocks noGrp="1"/>
          </p:cNvSpPr>
          <p:nvPr/>
        </p:nvSpPr>
        <p:spPr>
          <a:xfrm>
            <a:off x="914400" y="2143760"/>
            <a:ext cx="7924800" cy="101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RUC_FORMULA">
            <a:extLst>
              <a:ext uri="{FF2B5EF4-FFF2-40B4-BE49-F238E27FC236}">
                <a16:creationId xmlns:a16="http://schemas.microsoft.com/office/drawing/2014/main" id="{77167338-2080-4DEC-B7E7-623794F02883}"/>
              </a:ext>
            </a:extLst>
          </p:cNvPr>
          <p:cNvSpPr>
            <a:spLocks noGrp="1"/>
          </p:cNvSpPr>
          <p:nvPr/>
        </p:nvSpPr>
        <p:spPr>
          <a:xfrm>
            <a:off x="1016000" y="2398299"/>
            <a:ext cx="77216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Yᵢₜ = α + βXᵢₜ + μᵢ + λₜ + εᵢₜ</a:t>
            </a:r>
          </a:p>
        </p:txBody>
      </p:sp>
      <p:sp>
        <p:nvSpPr>
          <p:cNvPr id="6" name="RUC_FORMULA_DESCRIPTION">
            <a:extLst>
              <a:ext uri="{FF2B5EF4-FFF2-40B4-BE49-F238E27FC236}">
                <a16:creationId xmlns:a16="http://schemas.microsoft.com/office/drawing/2014/main" id="{7FE79772-31EA-43F4-89C7-B69FF6A43363}"/>
              </a:ext>
            </a:extLst>
          </p:cNvPr>
          <p:cNvSpPr>
            <a:spLocks noGrp="1"/>
          </p:cNvSpPr>
          <p:nvPr/>
        </p:nvSpPr>
        <p:spPr>
          <a:xfrm>
            <a:off x="1016000" y="3754946"/>
            <a:ext cx="7721600" cy="132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在这里解释变量、识别思路和参数含义。</a:t>
            </a:r>
          </a:p>
        </p:txBody>
      </p:sp>
      <p:sp>
        <p:nvSpPr>
          <p:cNvPr id="2" name="RUC_NAV_ACTIVE_SECTION" descr="研究内容">
            <a:hlinkClick r:id="rId4" action="ppaction://hlinksldjump"/>
            <a:extLst>
              <a:ext uri="{FF2B5EF4-FFF2-40B4-BE49-F238E27FC236}">
                <a16:creationId xmlns:a16="http://schemas.microsoft.com/office/drawing/2014/main" id="{FF59EFF4-276D-2029-2843-F34E3AC1DA11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7" name="RUC_NAV_CURRENT" descr="研究内容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56F2CB99-84F1-2D3F-F1DB-CF34C73F0341}"/>
              </a:ext>
            </a:extLst>
          </p:cNvPr>
          <p:cNvSpPr/>
          <p:nvPr/>
        </p:nvSpPr>
        <p:spPr>
          <a:xfrm>
            <a:off x="4153408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6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C_PAGE_TITLE">
            <a:extLst>
              <a:ext uri="{FF2B5EF4-FFF2-40B4-BE49-F238E27FC236}">
                <a16:creationId xmlns:a16="http://schemas.microsoft.com/office/drawing/2014/main" id="{3E9E46EB-385C-CB35-5A99-4268D595333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研究结果：自由版式</a:t>
            </a:r>
          </a:p>
        </p:txBody>
      </p:sp>
      <p:sp>
        <p:nvSpPr>
          <p:cNvPr id="3" name="RUC_FREE_CONTENT">
            <a:extLst>
              <a:ext uri="{FF2B5EF4-FFF2-40B4-BE49-F238E27FC236}">
                <a16:creationId xmlns:a16="http://schemas.microsoft.com/office/drawing/2014/main" id="{189E626C-12E2-4E89-9E9B-4B10B6A4F51C}"/>
              </a:ext>
            </a:extLst>
          </p:cNvPr>
          <p:cNvSpPr>
            <a:spLocks noGrp="1"/>
          </p:cNvSpPr>
          <p:nvPr/>
        </p:nvSpPr>
        <p:spPr>
          <a:xfrm>
            <a:off x="1016000" y="2678684"/>
            <a:ext cx="77216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在这里放置你的图表或研究框架</a:t>
            </a:r>
          </a:p>
        </p:txBody>
      </p:sp>
      <p:sp>
        <p:nvSpPr>
          <p:cNvPr id="4" name="RUC_FREE_CAPTION">
            <a:extLst>
              <a:ext uri="{FF2B5EF4-FFF2-40B4-BE49-F238E27FC236}">
                <a16:creationId xmlns:a16="http://schemas.microsoft.com/office/drawing/2014/main" id="{721D6CC1-592E-4B68-A98E-487046862266}"/>
              </a:ext>
            </a:extLst>
          </p:cNvPr>
          <p:cNvSpPr>
            <a:spLocks noGrp="1"/>
          </p:cNvSpPr>
          <p:nvPr/>
        </p:nvSpPr>
        <p:spPr>
          <a:xfrm>
            <a:off x="1016000" y="3837717"/>
            <a:ext cx="772160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rPr>
              <a:t>使用这一版式自由组合图片、文字、表格和公式。</a:t>
            </a:r>
          </a:p>
        </p:txBody>
      </p:sp>
      <p:sp>
        <p:nvSpPr>
          <p:cNvPr id="2" name="RUC_NAV_ACTIVE_SECTION" descr="研究内容">
            <a:hlinkClick r:id="rId4" action="ppaction://hlinksldjump"/>
            <a:extLst>
              <a:ext uri="{FF2B5EF4-FFF2-40B4-BE49-F238E27FC236}">
                <a16:creationId xmlns:a16="http://schemas.microsoft.com/office/drawing/2014/main" id="{D8AC4286-3509-5C6A-B0E6-1ECF80406118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5" name="RUC_NAV_CURRENT" descr="研究内容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94EEA168-9CE3-B2C3-919B-B39AFFBE14C7}"/>
              </a:ext>
            </a:extLst>
          </p:cNvPr>
          <p:cNvSpPr/>
          <p:nvPr/>
        </p:nvSpPr>
        <p:spPr>
          <a:xfrm>
            <a:off x="425636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1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CCBF566F-CEBA-6B47-1B10-FC1D2F7A06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FE50EE08-DF05-887E-2F00-5D3B6EC2DB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1E02B486-AB62-FF97-4CF4-A3712D71508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B137136C-97FB-B86A-EAB0-728434E4836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137C0E3C-9E8F-92AE-CB78-A05948E849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A4475594-957C-1C6B-AD48-19E40BE2F44C}"/>
              </a:ext>
            </a:extLst>
          </p:cNvPr>
          <p:cNvSpPr txBox="1"/>
          <p:nvPr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3" name="RUC_NAV_CURRENT" descr="计划进度 · 当前页">
            <a:hlinkClick r:id="rId12" action="ppaction://hlinksldjump"/>
            <a:extLst>
              <a:ext uri="{FF2B5EF4-FFF2-40B4-BE49-F238E27FC236}">
                <a16:creationId xmlns:a16="http://schemas.microsoft.com/office/drawing/2014/main" id="{0376D51C-6D37-BC9C-CFC7-59C4B4F71144}"/>
              </a:ext>
            </a:extLst>
          </p:cNvPr>
          <p:cNvSpPr/>
          <p:nvPr/>
        </p:nvSpPr>
        <p:spPr>
          <a:xfrm>
            <a:off x="5806101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064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E923EC42-1AD7-1AD6-0917-2BC7AB0AA0F2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研究计划与进度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698E4FC3-85B4-B2C3-EF06-B23BB631981A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阶段一：文献调研与研究设计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阶段二：数据整理与模型分析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阶段三：结果验证与论文写作</a:t>
            </a:r>
          </a:p>
        </p:txBody>
      </p:sp>
      <p:sp>
        <p:nvSpPr>
          <p:cNvPr id="2" name="RUC_NAV_ACTIVE_SECTION" descr="计划进度">
            <a:hlinkClick r:id="rId4" action="ppaction://hlinksldjump"/>
            <a:extLst>
              <a:ext uri="{FF2B5EF4-FFF2-40B4-BE49-F238E27FC236}">
                <a16:creationId xmlns:a16="http://schemas.microsoft.com/office/drawing/2014/main" id="{7E2A78D6-517A-F775-83F4-0C12DCB7DD79}"/>
              </a:ext>
            </a:extLst>
          </p:cNvPr>
          <p:cNvSpPr txBox="1"/>
          <p:nvPr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3" name="RUC_NAV_CURRENT" descr="计划进度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9243A470-FFE6-4EFF-1320-6BECC4913FA8}"/>
              </a:ext>
            </a:extLst>
          </p:cNvPr>
          <p:cNvSpPr/>
          <p:nvPr/>
        </p:nvSpPr>
        <p:spPr>
          <a:xfrm>
            <a:off x="5909056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6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BCEB759E-D635-7B88-F8C5-AF124FFC1D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4DFB7C30-D95B-0D10-84B1-989D26F5E15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6AE8441-61C0-3BFB-BC25-462D3530797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C3DFD88D-F331-7B7F-AF4E-9F72B0D8B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03A89A75-9644-DC50-EA10-EECD07E92EC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75F545E1-9FA6-D533-B39F-2844787A17C6}"/>
              </a:ext>
            </a:extLst>
          </p:cNvPr>
          <p:cNvSpPr txBox="1"/>
          <p:nvPr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3" name="RUC_NAV_CURRENT" descr="参考文献 · 当前页">
            <a:hlinkClick r:id="rId13" action="ppaction://hlinksldjump"/>
            <a:extLst>
              <a:ext uri="{FF2B5EF4-FFF2-40B4-BE49-F238E27FC236}">
                <a16:creationId xmlns:a16="http://schemas.microsoft.com/office/drawing/2014/main" id="{601737F8-ABAE-D04E-9407-AEFE3302E691}"/>
              </a:ext>
            </a:extLst>
          </p:cNvPr>
          <p:cNvSpPr/>
          <p:nvPr/>
        </p:nvSpPr>
        <p:spPr>
          <a:xfrm>
            <a:off x="7664704" y="270933"/>
            <a:ext cx="65892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35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56363D80-34E9-1DCF-BE33-306EEE82044C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B4B6E811-BCED-57AD-DB15-37E0B26AFD1B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[1]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en-US" altLang="zh-CN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[2]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en-US" altLang="zh-CN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[3]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</p:txBody>
      </p:sp>
      <p:sp>
        <p:nvSpPr>
          <p:cNvPr id="2" name="RUC_NAV_ACTIVE_SECTION" descr="参考文献">
            <a:hlinkClick r:id="rId4" action="ppaction://hlinksldjump"/>
            <a:extLst>
              <a:ext uri="{FF2B5EF4-FFF2-40B4-BE49-F238E27FC236}">
                <a16:creationId xmlns:a16="http://schemas.microsoft.com/office/drawing/2014/main" id="{2699C597-C479-5285-EDC4-DF6AE2187ECF}"/>
              </a:ext>
            </a:extLst>
          </p:cNvPr>
          <p:cNvSpPr txBox="1"/>
          <p:nvPr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3" name="RUC_NAV_CURRENT" descr="参考文献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A6889FE3-B74E-BEB9-5051-35444B87FEFC}"/>
              </a:ext>
            </a:extLst>
          </p:cNvPr>
          <p:cNvSpPr/>
          <p:nvPr/>
        </p:nvSpPr>
        <p:spPr>
          <a:xfrm>
            <a:off x="7767659" y="270933"/>
            <a:ext cx="65892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85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C_THANKS">
            <a:extLst>
              <a:ext uri="{FF2B5EF4-FFF2-40B4-BE49-F238E27FC236}">
                <a16:creationId xmlns:a16="http://schemas.microsoft.com/office/drawing/2014/main" id="{A2890C16-3022-8702-4617-0A63D195AA46}"/>
              </a:ext>
            </a:extLst>
          </p:cNvPr>
          <p:cNvSpPr txBox="1">
            <a:spLocks/>
          </p:cNvSpPr>
          <p:nvPr/>
        </p:nvSpPr>
        <p:spPr>
          <a:xfrm>
            <a:off x="1219200" y="2562733"/>
            <a:ext cx="7315200" cy="9311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6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谢谢！</a:t>
            </a:r>
          </a:p>
        </p:txBody>
      </p:sp>
      <p:sp>
        <p:nvSpPr>
          <p:cNvPr id="4" name="RUC_CONTACT">
            <a:extLst>
              <a:ext uri="{FF2B5EF4-FFF2-40B4-BE49-F238E27FC236}">
                <a16:creationId xmlns:a16="http://schemas.microsoft.com/office/drawing/2014/main" id="{EBC1DD3B-248F-F29F-F8BD-9224817EC21D}"/>
              </a:ext>
            </a:extLst>
          </p:cNvPr>
          <p:cNvSpPr txBox="1">
            <a:spLocks/>
          </p:cNvSpPr>
          <p:nvPr/>
        </p:nvSpPr>
        <p:spPr>
          <a:xfrm>
            <a:off x="1219200" y="3786568"/>
            <a:ext cx="73152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敬请批评指正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6666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EXCLUDE_SECTIONS" val="封面与目录|结束页"/>
  <p:tag name="RUC_BEAMER_TEMPLATE" val="0"/>
  <p:tag name="RUC_MACRO_TEMPLATE" val="1"/>
  <p:tag name="RUC_EMPTY_REMOVED" val="0"/>
  <p:tag name="RUC_TEXT_CONVERTED" val="0"/>
  <p:tag name="RUC_NAV_SAVED_COUNT" val="16"/>
  <p:tag name="RUC_NAV_VERSION" val="2.2.0-VBA"/>
  <p:tag name="RUC_NAV_UPDATED_AT" val="2026-10-29 00:39:49"/>
  <p:tag name="RUC_NAV_UPDATING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7"/>
  <p:tag name="RUC_TOC_SLIDE" val="1"/>
  <p:tag name="RUC_TOC_X" val="102.4"/>
  <p:tag name="RUC_TOC_Y" val="180"/>
  <p:tag name="RUC_TOC_W" val="576"/>
  <p:tag name="RUC_TOC_H" val="2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8"/>
  <p:tag name="RUC_TOC_SLIDE" val="1"/>
  <p:tag name="RUC_TOC_X" val="102.4"/>
  <p:tag name="RUC_TOC_Y" val="180"/>
  <p:tag name="RUC_TOC_W" val="576"/>
  <p:tag name="RUC_TOC_H" val="29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6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8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971F30"/>
      </a:accent1>
      <a:accent2>
        <a:srgbClr val="4C1018"/>
      </a:accent2>
      <a:accent3>
        <a:srgbClr val="B88089"/>
      </a:accent3>
      <a:accent4>
        <a:srgbClr val="555555"/>
      </a:accent4>
      <a:accent5>
        <a:srgbClr val="EAEAEA"/>
      </a:accent5>
      <a:accent6>
        <a:srgbClr val="FFFFFF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c_macro_candidate.pptm" id="{AC60F4A4-0530-40D5-BEEC-7B2E5DABB4A6}" vid="{D0CEDA8C-BF4D-4E50-8019-7278427E1E4E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372</Words>
  <Application>Microsoft Office PowerPoint</Application>
  <DocSecurity>0</DocSecurity>
  <PresentationFormat>自定义</PresentationFormat>
  <Paragraphs>111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Haojie Dai</cp:lastModifiedBy>
  <cp:revision>18</cp:revision>
  <dcterms:created xsi:type="dcterms:W3CDTF">2026-10-28T08:24:01Z</dcterms:created>
  <dcterms:modified xsi:type="dcterms:W3CDTF">2026-10-29T05:33:44Z</dcterms:modified>
</cp:coreProperties>
</file>